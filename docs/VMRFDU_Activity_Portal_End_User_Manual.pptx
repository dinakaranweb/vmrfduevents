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U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Activity Portal | End User Guide - College Admin / DEO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ACTIVITY PORTAL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User Guide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Instructions for Creating and Managing Activities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For: College Admin / DEO 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August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0" y="5120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D97706"/>
                </a:solidFill>
              </a:rPr>
              <a:t>✓ 📤 🔒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Guide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93392"/>
            <a:ext cx="548640" cy="548640"/>
          </a:xfrm>
          <a:prstGeom prst="ellipse">
            <a:avLst/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86537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26771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to the portal with your DEO / College Admin credentials.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27832"/>
            <a:ext cx="548640" cy="548640"/>
          </a:xfrm>
          <a:prstGeom prst="ellipse">
            <a:avLst/>
          </a:prstGeom>
          <a:solidFill>
            <a:srgbClr val="0A192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09981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 New Activity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35021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in the Past Event or Future Event form with your activity details.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462272"/>
            <a:ext cx="548640" cy="548640"/>
          </a:xfrm>
          <a:prstGeom prst="ellipse">
            <a:avLst/>
          </a:prstGeom>
          <a:solidFill>
            <a:srgbClr val="0A19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62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33425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Submitting an Activity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7365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submit, and track your activity through Pending Verification.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696712"/>
            <a:ext cx="548640" cy="548640"/>
          </a:xfrm>
          <a:prstGeom prst="ellipse">
            <a:avLst/>
          </a:prstGeom>
          <a:solidFill>
            <a:srgbClr val="0A192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96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556869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Management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59710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your profile, edit your details, and change your password.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97706"/>
                </a:solidFill>
              </a:rPr>
              <a:t>🔒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22860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34290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Signing in to the VMRFDU Activity Portal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1 - USER LOGIN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Open the Login Page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1_login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6126480" cy="3829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your web browser and go to the VMRFDU Activity Portal address given by your administrator.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portal shows the Login page automatically if you are not signed in.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see two boxes: one for your Email Address and one for your Password.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sure Caps Lock is off before you start typing your password.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994140" y="2958465"/>
            <a:ext cx="2388870" cy="1069975"/>
          </a:xfrm>
          <a:prstGeom prst="roundRect">
            <a:avLst>
              <a:gd name="adj" fmla="val 6837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969502" y="2933827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969502" y="293382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1 - USER LOGIN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Enter Your Credentials and Sign 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089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2_login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00200"/>
            <a:ext cx="6126480" cy="3829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5836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Click the Email Address field and type your official college email address (example: deo.sahs-pdy@vmrfdu.edu.in).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Click the Password field and type your password carefully.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Click the Sign In button to continue.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your details are correct, the portal will take you straight to your Dashboard.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553460" y="2958465"/>
            <a:ext cx="2388870" cy="1069975"/>
          </a:xfrm>
          <a:prstGeom prst="roundRect">
            <a:avLst>
              <a:gd name="adj" fmla="val 6837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1 - USER LOGIN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Your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3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2605" y="1600200"/>
            <a:ext cx="3674150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signing in, you land on My Dashboard - your home screen.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left-hand Sidebar Menu lets you open Submit New Activity, Submission History, and My Profile.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top summary cards show Total Activities, Verification Queue, Media Studio Desk, and Published Live counts for your college.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blue Submit New Activity button at any time to start recording a new activity.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714060" y="2511290"/>
            <a:ext cx="1494761" cy="609393"/>
          </a:xfrm>
          <a:prstGeom prst="roundRect">
            <a:avLst>
              <a:gd name="adj" fmla="val 12004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449076" y="2192353"/>
            <a:ext cx="601739" cy="193500"/>
          </a:xfrm>
          <a:prstGeom prst="roundRect">
            <a:avLst>
              <a:gd name="adj" fmla="val 37805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428650" y="2133655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428650" y="213365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97706"/>
                </a:solidFill>
              </a:rPr>
              <a:t>📤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22860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 New Activity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34290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Filling in the Past Event and Future Event forms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2 - PAST EVENT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Open the Activity Submission 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4_create_form_empty_p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940" y="1600200"/>
            <a:ext cx="3751481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From the sidebar, click Activity Capture Desk, then Submit New Activity.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Enter the Activity / Event Title (for example, the name of your seminar or workshop).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Your Constituent College is filled in automatically and cannot be changed.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Choose the Activity Type: select "Past Event" for an event that has already happened.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04748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047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8680" y="502005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Choose the Event Category, Activity Date, and Venue / Campus Location.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03726" y="2479324"/>
            <a:ext cx="1654557" cy="234726"/>
          </a:xfrm>
          <a:prstGeom prst="roundRect">
            <a:avLst>
              <a:gd name="adj" fmla="val 31165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20050" y="2408674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620050" y="240867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2 - PAST EVENT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Complete Event Details (Past Event)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089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5_create_form_filled_p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824" y="1600200"/>
            <a:ext cx="3372351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5836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Fill in Participants Attended, for example "60 Faculty Members, 220 Students attended".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Optionally add the Resource Person Name &amp; Designation.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Describe the Outcome of the Program / Event in a few sentences.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Choose the Event Report Type - "By Text" to type a description, or "By Attach File" to upload a report document.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504748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5047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40880" y="502005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A social media caption is suggested for you automatically. You may edit it or click AI Generate Caption for a new suggestion.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376258" y="3193817"/>
            <a:ext cx="2210869" cy="676918"/>
          </a:xfrm>
          <a:prstGeom prst="roundRect">
            <a:avLst>
              <a:gd name="adj" fmla="val 10807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2 - PAST EVENT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Upload Photos and Supporting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6_create_form_upload_me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551" y="1600200"/>
            <a:ext cx="3212257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Under Media Attachments, click Choose Files and select your event photos. At least one Stage Photo and one Participants Photo are required.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Under Geo-Tagged Photo, click Choose Files and upload the official geo-tagged photo of the venue.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Optionally add a Photo Link, Video Clip Link, or an Event Brochure document.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Selected photos appear as small previews. Click the red X on a photo to remove it before submitting.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869206" y="4499049"/>
            <a:ext cx="1079655" cy="403743"/>
          </a:xfrm>
          <a:prstGeom prst="roundRect">
            <a:avLst>
              <a:gd name="adj" fmla="val 18118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7324" y="4422782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7324" y="44227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908728" y="4499049"/>
            <a:ext cx="1070732" cy="403743"/>
          </a:xfrm>
          <a:prstGeom prst="roundRect">
            <a:avLst>
              <a:gd name="adj" fmla="val 18118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825769" y="4422782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825769" y="44227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2 - FUTURE EVENT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Event: What Is Different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089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9_create_form_future_ev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88" y="1600200"/>
            <a:ext cx="5673824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5836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On the Activity Type dropdown, select "Future Event" instead of "Past Event".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The Activity Date now accepts any upcoming date - it is no longer limited to today or earlier.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The Participants, Resource Person, Outcome, Report Type, and Photo Upload sections are hidden and not required, because the event has not happened yet.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Simply fill in the Title, Event Category, Date, and Location, then submit - you can add photos and outcomes later once the event takes place.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689013" y="2953235"/>
            <a:ext cx="2455533" cy="308149"/>
          </a:xfrm>
          <a:prstGeom prst="roundRect">
            <a:avLst>
              <a:gd name="adj" fmla="val 23739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618687" y="2902609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618687" y="290260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97706"/>
                </a:solidFill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22860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Submitting an Activity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34290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your activity for institutional verification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3 - SUBMIT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Review and Submit the Record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6_create_form_upload_me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551" y="1600200"/>
            <a:ext cx="3212257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Scroll to the bottom of the form and review all the details you entered.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Click Cancel if you want to go back without saving.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Click the blue Submit Institutional Record button to send your activity for verification.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The portal automatically optimizes your uploaded images and processes your submission - please do not close the window while this happens.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319183" y="5692492"/>
            <a:ext cx="660277" cy="202977"/>
          </a:xfrm>
          <a:prstGeom prst="roundRect">
            <a:avLst>
              <a:gd name="adj" fmla="val 36040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338838" y="5616225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338838" y="561622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3 - SUBMIT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Confirmation and Pending Verification Status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7_submission_pending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4806" y="1600200"/>
            <a:ext cx="3269747" cy="5074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After submitting, the portal shows a green success message with your unique Reference ID (example: VMRF-2026-0020).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Your activity status is displayed as "Pending Verification" - this means your college authorities will review it next.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The Workflow Audit Trail on the right shows the submission history for this activity.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You can add follow-up notes in the Institutional Discussion Desk if needed.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31409" y="1985905"/>
            <a:ext cx="772637" cy="136853"/>
          </a:xfrm>
          <a:prstGeom prst="roundRect">
            <a:avLst>
              <a:gd name="adj" fmla="val 53453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33035" y="1887530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33035" y="188753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806705" y="1976822"/>
            <a:ext cx="416144" cy="145936"/>
          </a:xfrm>
          <a:prstGeom prst="roundRect">
            <a:avLst>
              <a:gd name="adj" fmla="val 50126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3 - SUBMIT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Track Your Submission in the 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089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08_submissions_list_p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00200"/>
            <a:ext cx="6126480" cy="43395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5836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From the sidebar, click Activity Capture Desk, then Submission History to see all your submitted activities.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Your new activity appears at the top of the Institutional Activity Directory Table with a "Pending Verification" status badge.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Use Approval Status, From Date, To Date, or the search box to find a specific activity.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Click View next to any record to see its full details and audit trail.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140389" y="4872990"/>
            <a:ext cx="644525" cy="197803"/>
          </a:xfrm>
          <a:prstGeom prst="roundRect">
            <a:avLst>
              <a:gd name="adj" fmla="val 36982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60442" y="4784535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60442" y="47845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97706"/>
                </a:solidFill>
              </a:rPr>
              <a:t>🔒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22860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Management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34290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Viewing your profile, editing details, and changing your password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4 -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View Your Profile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10_profil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6126480" cy="3829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Click My Profile in the left sidebar under Account Settings.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Your name, email, role, assigned college, and account status appear on the left card.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Fields marked with a lock icon (Role, College, Account State) are managed only by the Super Administrator and cannot be changed here.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Use the two tabs on the right - Edit Profile Info and Change Password - to manage your account.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15489" y="2426653"/>
            <a:ext cx="3192971" cy="261620"/>
          </a:xfrm>
          <a:prstGeom prst="roundRect">
            <a:avLst>
              <a:gd name="adj" fmla="val 27961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586597" y="2338197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86597" y="233819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4 -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Edit Your Profile Information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089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11_profile_edit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00200"/>
            <a:ext cx="6126480" cy="3829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5836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On the Edit Profile Info tab, update your Full Name if needed.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Your Official Email Address is system-protected and cannot be edited here.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Add or update your Mobile / Phone Number and Official Designation.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Optionally upload a new Profile Photo (JPG or PNG, max 2MB).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504748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5047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40880" y="502005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Click Save Profile Changes to update your details.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174810" y="2426653"/>
            <a:ext cx="1640078" cy="261620"/>
          </a:xfrm>
          <a:prstGeom prst="roundRect">
            <a:avLst>
              <a:gd name="adj" fmla="val 27961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145917" y="2338197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145917" y="233819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4 -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Change Your Password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51576" y="1545336"/>
            <a:ext cx="62362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D:\xampp\htdocs\vmrfdu_activity_portal\docs\screenshots_end_user\12_profile_change_passw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6126480" cy="3829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645920"/>
            <a:ext cx="52120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75564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282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On your profile page, click the Change Password tab.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511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Enter your Current Password to confirm your identity.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Type a New Password (minimum 6 characters), then re-enter it in Confirm New Password.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42245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1970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Click Update Security Password to save your new password.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" y="504748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5047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8680" y="502005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Tip: Choose a strong password and keep it confidential. Change it periodically for account security.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593832" y="2439416"/>
            <a:ext cx="1214628" cy="270129"/>
          </a:xfrm>
          <a:prstGeom prst="roundRect">
            <a:avLst>
              <a:gd name="adj" fmla="val 27080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667" y="2359470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543667" y="2359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593832" y="3915728"/>
            <a:ext cx="1108266" cy="231839"/>
          </a:xfrm>
          <a:prstGeom prst="roundRect">
            <a:avLst>
              <a:gd name="adj" fmla="val 31553"/>
            </a:avLst>
          </a:prstGeom>
          <a:solidFill>
            <a:srgbClr val="D97706">
              <a:alpha val="12000"/>
            </a:srgbClr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06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543667" y="3848544"/>
            <a:ext cx="310896" cy="310896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543667" y="3848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12191695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97706"/>
                </a:solidFill>
              </a:rPr>
              <a:t>✓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Ready to Use the VMRFDU Activity Portal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further assistance, contact your Institutional Support Desk: 1880-052-58015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VMRFDU Activity Portal - End User Guide</dc:title>
  <dc:subject>PptxGenJS Presentation</dc:subject>
  <dc:creator>VMRFDU Activity Portal</dc:creator>
  <cp:lastModifiedBy>VMRFDU Activity Portal</cp:lastModifiedBy>
  <cp:revision>1</cp:revision>
  <dcterms:created xsi:type="dcterms:W3CDTF">2026-08-07T03:17:50Z</dcterms:created>
  <dcterms:modified xsi:type="dcterms:W3CDTF">2026-08-07T03:17:50Z</dcterms:modified>
</cp:coreProperties>
</file>