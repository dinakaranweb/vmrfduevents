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A192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VINAYAKA MISSION'S RESEARCH FOUNDATION (DU)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Activity Portal — User Manual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Guide: Login to All Roles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August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Covers: Super Admin • Vice Chancellor • Pro Vice Chancellor • Registrar • Office of Registrar • Media Editor • College Admin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Login</a:t>
            </a:r>
            <a:endParaRPr lang="en-US" sz="1800" dirty="0"/>
          </a:p>
        </p:txBody>
      </p:sp>
      <p:pic>
        <p:nvPicPr>
          <p:cNvPr id="4" name="Image 0" descr="D:\xampp\htdocs\vmrfdu_activity_portal\docs\screenshots\01_login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51206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914400"/>
            <a:ext cx="5852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 the portal's /login page, enter your registered email and password, then click Sign In. The system validates your account status (active/locked), enforces any pending force-password-reset, and redirects you to your role-specific dashboard.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286000"/>
          <a:ext cx="585216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12801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Email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vmu.web@vmu.edu.in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Vice Chancellor (VC)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vc@vmrfdu.edu.in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 Vice Chancellor (Pro VC)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provc@vmrfdu.edu.in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registrar@vmrfdu.edu.in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 of Registrar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officeregistrar@vmrfdu.edu.in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 Editor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editor@vmrfdu.edu.in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College Admin (SAHS-PDY DEO)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deo.sahs-pdy@vmrfdu.edu.in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Gallery (No Login Required)</a:t>
            </a:r>
            <a:endParaRPr lang="en-US" sz="1800" dirty="0"/>
          </a:p>
        </p:txBody>
      </p:sp>
      <p:pic>
        <p:nvPicPr>
          <p:cNvPr id="4" name="Image 0" descr="D:\xampp\htdocs\vmrfdu_activity_portal\docs\screenshots\02_public_gall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914400"/>
            <a:ext cx="10698480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Publicly accessible showcase of all published institutional activities — searchable by keyword, category, college, and date range. No login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vmu.web@vmu.edu.in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04_super_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05_super_admin_colleg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Colleges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constituent colleges: create, edit, and toggle active status with unique college codes.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06_super_admin_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Users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manage user accounts: assign roles, colleges, lock/unlock, and force password resets.</a:t>
            </a:r>
            <a:endParaRPr lang="en-US" sz="900" dirty="0"/>
          </a:p>
        </p:txBody>
      </p:sp>
      <p:pic>
        <p:nvPicPr>
          <p:cNvPr id="7" name="Image 1" descr="D:\xampp\htdocs\vmrfdu_activity_portal\docs\screenshots\07_super_admin_ro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Roles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dynamic roles with JSON permission matrices and assign global or college-scoped access.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08_super_admin_workflow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Workflows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multi-stage approval workflow templates: stage order, roles, and allowed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09_super_admin_access_contro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Access Control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permission overrides beyond role defaults, and cross-role permission matrix view.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Activities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0_super_admin_activ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Activities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Unrestricted activity management: force status changes, reassign, restore, or hard-delete records.</a:t>
            </a:r>
            <a:endParaRPr lang="en-US" sz="900" dirty="0"/>
          </a:p>
        </p:txBody>
      </p:sp>
      <p:pic>
        <p:nvPicPr>
          <p:cNvPr id="7" name="Image 1" descr="D:\xampp\htdocs\vmrfdu_activity_portal\docs\screenshots\11_super_admin_audit_log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Audit Logs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system-wide audit trail of every critical action, with actor, IP, and timestamp.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2_super_admin_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Settings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Portal-wide branding and configuration: logo, favicon, NTP sync, and session settings.</a:t>
            </a:r>
            <a:endParaRPr lang="en-US" sz="900" dirty="0"/>
          </a:p>
        </p:txBody>
      </p:sp>
      <p:pic>
        <p:nvPicPr>
          <p:cNvPr id="7" name="Image 1" descr="D:\xampp\htdocs\vmrfdu_activity_portal\docs\screenshots\13_super_admin_analy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Analytics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4_super_admin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Notifications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  <p:pic>
        <p:nvPicPr>
          <p:cNvPr id="7" name="Image 1" descr="D:\xampp\htdocs\vmrfdu_activity_portal\docs\screenshots\15_super_admin_email_log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Email Logs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email transmission log with delivery status and full HTML body preview.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Profile</a:t>
            </a:r>
            <a:endParaRPr lang="en-US" sz="1800" dirty="0"/>
          </a:p>
        </p:txBody>
      </p:sp>
      <p:pic>
        <p:nvPicPr>
          <p:cNvPr id="4" name="Image 0" descr="D:\xampp\htdocs\vmrfdu_activity_portal\docs\screenshots\16_super_admin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23160" y="960120"/>
            <a:ext cx="70408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3160" y="5852160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Admin: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23160" y="6172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vc@vmrfdu.edu.in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7_vc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18_vc_verification_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Verification Queue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review queue. Approve, Discuss, or Reject each submitted activity with mandatory remarks on Discuss/Reject.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List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9_vc_approved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Approved List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list of activities already approved by this role, with timestamps and downstream status.</a:t>
            </a:r>
            <a:endParaRPr lang="en-US" sz="900" dirty="0"/>
          </a:p>
        </p:txBody>
      </p:sp>
      <p:pic>
        <p:nvPicPr>
          <p:cNvPr id="7" name="Image 1" descr="D:\xampp\htdocs\vmrfdu_activity_portal\docs\screenshots\20_vc_rejected_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Rejected List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 of rejected activities with the mandatory rejection reason and timestamp for each record.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1_vc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Analytics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  <p:pic>
        <p:nvPicPr>
          <p:cNvPr id="7" name="Image 1" descr="D:\xampp\htdocs\vmrfdu_activity_portal\docs\screenshots\22_vc_submissions_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Submissions View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global view of all activity submissions across colleges and statuses, for oversight.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3_vc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Notifications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  <p:pic>
        <p:nvPicPr>
          <p:cNvPr id="7" name="Image 1" descr="D:\xampp\htdocs\vmrfdu_activity_portal\docs\screenshots\24_vc_prof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Vice Chancellor (VC): Profile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registrar@vmrfdu.edu.in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7_registrar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18_registrar_approval_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Approval Queue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approvals awaiting this role's decision. Approve, Discuss, or Reject with remarks.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List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19_registrar_approved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Approved List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list of activities already approved by this role, with timestamps and downstream status.</a:t>
            </a:r>
            <a:endParaRPr lang="en-US" sz="900" dirty="0"/>
          </a:p>
        </p:txBody>
      </p:sp>
      <p:pic>
        <p:nvPicPr>
          <p:cNvPr id="7" name="Image 1" descr="D:\xampp\htdocs\vmrfdu_activity_portal\docs\screenshots\20_registrar_rejected_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Rejected List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 of rejected activities with the mandatory rejection reason and timestamp for each record.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1_registrar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Analytics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  <p:pic>
        <p:nvPicPr>
          <p:cNvPr id="7" name="Image 1" descr="D:\xampp\htdocs\vmrfdu_activity_portal\docs\screenshots\22_registrar_notif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Notifications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Profile</a:t>
            </a:r>
            <a:endParaRPr lang="en-US" sz="1800" dirty="0"/>
          </a:p>
        </p:txBody>
      </p:sp>
      <p:pic>
        <p:nvPicPr>
          <p:cNvPr id="4" name="Image 0" descr="D:\xampp\htdocs\vmrfdu_activity_portal\docs\screenshots\23_registrar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23160" y="960120"/>
            <a:ext cx="70408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3160" y="5852160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Registrar: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23160" y="6172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officeregistrar@vmrfdu.edu.in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4_office_registrar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25_office_registrar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Dashboard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Queue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5_office_registrar_media_que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Media Queue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of media packages awaiting this role's review before broadcast.</a:t>
            </a:r>
            <a:endParaRPr lang="en-US" sz="900" dirty="0"/>
          </a:p>
        </p:txBody>
      </p:sp>
      <p:pic>
        <p:nvPicPr>
          <p:cNvPr id="7" name="Image 1" descr="D:\xampp\htdocs\vmrfdu_activity_portal\docs\screenshots\26_office_registrar_notif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Notifications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Queue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6_office_registrar_review_que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Review Queue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executive review queue for locked media packages. Approve to publish or discuss to return.</a:t>
            </a:r>
            <a:endParaRPr lang="en-US" sz="900" dirty="0"/>
          </a:p>
        </p:txBody>
      </p:sp>
      <p:pic>
        <p:nvPicPr>
          <p:cNvPr id="7" name="Image 1" descr="D:\xampp\htdocs\vmrfdu_activity_portal\docs\screenshots\27_office_registrar_approva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Approvals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view of approvals and discussions handled by this role, with decision timeline.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8_office_registrar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Analytics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  <p:pic>
        <p:nvPicPr>
          <p:cNvPr id="7" name="Image 1" descr="D:\xampp\htdocs\vmrfdu_activity_portal\docs\screenshots\29_office_registrar_notif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Notifications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Profile</a:t>
            </a:r>
            <a:endParaRPr lang="en-US" sz="1800" dirty="0"/>
          </a:p>
        </p:txBody>
      </p:sp>
      <p:pic>
        <p:nvPicPr>
          <p:cNvPr id="4" name="Image 0" descr="D:\xampp\htdocs\vmrfdu_activity_portal\docs\screenshots\30_office_registrar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23160" y="960120"/>
            <a:ext cx="70408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3160" y="5852160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of Registrar: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23160" y="6172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editor@vmrfdu.edu.in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7_media_editor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28_media_editor_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Queue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Studio editing queue: photo optimization and caption refinement before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29_media_editor_lock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Locked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submissions pending Stage 2 review — read-only until the Office of Registrar resolves them.</a:t>
            </a:r>
            <a:endParaRPr lang="en-US" sz="900" dirty="0"/>
          </a:p>
        </p:txBody>
      </p:sp>
      <p:pic>
        <p:nvPicPr>
          <p:cNvPr id="7" name="Image 1" descr="D:\xampp\htdocs\vmrfdu_activity_portal\docs\screenshots\30_media_editor_read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Ready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Activities marked ready to publish after passing every approval stage.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1_media_editor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31_media_editor_notif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Notifications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2_media_editor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  <p:pic>
        <p:nvPicPr>
          <p:cNvPr id="7" name="Image 1" descr="D:\xampp\htdocs\vmrfdu_activity_portal\docs\screenshots\32_media_editor_studio_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Studio Queue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Studio combined view: editing queue plus locked records pending Stage 2 resolution.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3_media_editor_submiss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Submissions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of submissions scoped to this account, filterable by status, with reference IDs and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34_media_editor_analy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Analytics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5_media_editor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Notifications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  <p:pic>
        <p:nvPicPr>
          <p:cNvPr id="7" name="Image 1" descr="D:\xampp\htdocs\vmrfdu_activity_portal\docs\screenshots\36_media_editor_prof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Editor: Profile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Account: deo.sahs-pdy@vmrfdu.edu.in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pages covered in this section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3_college_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34_college_admin_submiss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Submissions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of submissions scoped to this account, filterable by status, with reference IDs and actions.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Activity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5_college_admin_create_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Create Activity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submission form: title, description, category, photos, optional PDF, and AI caption generator. Save as draft or submit.</a:t>
            </a:r>
            <a:endParaRPr lang="en-US" sz="900" dirty="0"/>
          </a:p>
        </p:txBody>
      </p:sp>
      <p:pic>
        <p:nvPicPr>
          <p:cNvPr id="7" name="Image 1" descr="D:\xampp\htdocs\vmrfdu_activity_portal\docs\screenshots\36_college_admin_analy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Analytics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7_college_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role's homepage: key stats, pending counts, and quick links to core actions.</a:t>
            </a:r>
            <a:endParaRPr lang="en-US" sz="900" dirty="0"/>
          </a:p>
        </p:txBody>
      </p:sp>
      <p:pic>
        <p:nvPicPr>
          <p:cNvPr id="7" name="Image 1" descr="D:\xampp\htdocs\vmrfdu_activity_portal\docs\screenshots\37_college_admin_notif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Notifications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8_college_admin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  <p:pic>
        <p:nvPicPr>
          <p:cNvPr id="7" name="Image 1" descr="D:\xampp\htdocs\vmrfdu_activity_portal\docs\screenshots\38_college_admin_submiss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Submissions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of submissions scoped to this account, filterable by status, with reference IDs and actions.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Activity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39_college_admin_create_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Create Activity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submission form: title, description, category, photos, optional PDF, and AI caption generator. Save as draft or submit.</a:t>
            </a:r>
            <a:endParaRPr lang="en-US" sz="900" dirty="0"/>
          </a:p>
        </p:txBody>
      </p:sp>
      <p:pic>
        <p:nvPicPr>
          <p:cNvPr id="7" name="Image 1" descr="D:\xampp\htdocs\vmrfdu_activity_portal\docs\screenshots\40_college_admin_analy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Analytics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with charts on submission volume, categories, and trends. Supports CSV/print export.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More</a:t>
            </a:r>
            <a:endParaRPr lang="en-US" sz="1800" dirty="0"/>
          </a:p>
        </p:txBody>
      </p:sp>
      <p:pic>
        <p:nvPicPr>
          <p:cNvPr id="4" name="Image 0" descr="D:\xampp\htdocs\vmrfdu_activity_portal\docs\screenshots\41_college_admin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2120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Notifications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inbox. Alerts on stage transitions, feedback, approvals, and publication.</a:t>
            </a:r>
            <a:endParaRPr lang="en-US" sz="900" dirty="0"/>
          </a:p>
        </p:txBody>
      </p:sp>
      <p:pic>
        <p:nvPicPr>
          <p:cNvPr id="7" name="Image 1" descr="D:\xampp\htdocs\vmrfdu_activity_portal\docs\screenshots\42_college_admin_prof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960120"/>
            <a:ext cx="52120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585216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Admin / DEO: Profile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26480" y="6172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profile page: edit name/phone/designation, upload an avatar, and change password.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2026-08-06T15:51:51Z</dcterms:created>
  <dcterms:modified xsi:type="dcterms:W3CDTF">2026-08-06T15:51:51Z</dcterms:modified>
</cp:coreProperties>
</file>