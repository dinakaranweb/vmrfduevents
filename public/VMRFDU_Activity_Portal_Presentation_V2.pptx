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Institutional Activity &amp; Media Portal | Enterprise Technical Presentation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VINAYAKA MISSION'S RESEARCH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Activity &amp; Media Portal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Activity Management, Multi-Stage Governance &amp; AI Media Syndication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of: Dr. A. Murugan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Developed by: Dhinakaran &amp; Sanjai, Web Development Team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Laravel 11 • MySQL 8 • Google Gemini AI • Role-Based Access Control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Challenges of Decentralized Campus Activity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Legacy Operational Bottlenecks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Decentralized Silos: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28 constituent colleges operated independent reporting structures, causing massive data fragmentation.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Approval Delays: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Paper-based and email-heavy verification workflows created multi-week bottlenecks before activities could be published.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Lack of Central Visibility: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University leadership lacked real-time dashboard oversight of campus academic, research, and sports achievements.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Media &amp; Accreditation Risks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Inconsistent Branding: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Photos submitted lacked standard aspect ratios, resolution quality, and official institutional logos/watermarks.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Social Syndication: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Public relations teams manually formatted and posted events to Facebook, LinkedIn, X, and Instagram without automation.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tedious NAAC / NIRF Filing: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Compiling annual accreditation data required weeks of manual data collation across departments.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 Unified Institutional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Centralized Governance with Strict Institutional Data Privacy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Unified Clearinghouse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 single digital portal for all 28 constituent colleges to submit academic, research, sports, and cultural activities.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3-Tier Governance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An immutable workflow routing submissions through Academic Verification, Media Desk Review, and Registrar Authorization.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AI &amp; Media Studio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Built-in photo cropping, automated logo watermarking, and Google Gemini AI copywriting for instant social captions.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 &amp; Capabilities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Dynamic RBAC &amp; Access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Database-driven permission management allowing Super Admin to configure roles, menus, and CRUD access without code changes.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Mandatory Image Evidence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backend validation requiring high-resolution photo evidence before submissions can be forwarded for executive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Interactive Resubmission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When activities are returned with 'Discuss' status, creators can dynamically edit, replace, or remove media attachments.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Real-Time Tracking &amp;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Role-scoped dashboard KPI cards, campus comparison charts, and one-click NAAC/NIRF accreditation report exports.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Governance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3-Tier Immutable Approval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Creator / 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Logs activity details, participant counts, and uploads raw photo evidence.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011680"/>
            <a:ext cx="265176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1: VERIFY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Registrar / VC / 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Verifies academic accuracy and institutional policy compliance.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2: MEDIA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Media Desk Editor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Crops photos, stamps watermark, and generates AI captions &amp; tags.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011680"/>
            <a:ext cx="2651760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3: APPROVE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Office of Registrar (PA)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Final executive review. Authorizes public release &amp; syndication.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Process: State Machine &amp; Record Locking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Strict Data Isolation and Stage-Based Lock Enforcement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92608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Workflow Stage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Active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Record Lock State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Paths (Approve / Return / Reject)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 Creation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verification_pending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Awaiting Registrar Review. Edits allowed.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 Verification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media_review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College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 Approves. Sent to Media Studio Desk.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 Correction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discuss / sent_back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 Returns. Admin must correct &amp; resubmit.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 Media Studio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registrar_approval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Editor &amp; College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 Editor submits to Executive PA. Protected state.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 Exec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ready_to_publish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Exec PA Approves. Authorized for Social Broadcast.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 Correction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editor_discuss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Media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Exec PA Returns to Media Desk for PR text corrections.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4. Broadcast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published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Fully Locked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System transitions record to final archived state.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Data Privacy &amp; Access Scoping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Constituent College Isolation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28 Isolated Campus Tenancies: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Each college (e.g., VMKVMC, AVMC, VDC) operates in a strictly isolated data boundary.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Automatic Query Scoping: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Backend Eloquent queries automatically inject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where('college_id', Auth::user()-&gt;college_id)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 for all campus-level users.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Zero Cross-Campus Data Leakage: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College Administrators, DEOs, and Viewers cannot view, edit, or track submissions from other colleges.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Global Institutional Authority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Workflow-Scoped Global Queues: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University Registrar, VC, Pro-VC, Media Desk, and Office of Registrar receive global access strictly scoped to their respective approval queues.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Immutable Status Ownership: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Each role completely owns a specific status queue. A record cannot be advanced or reverted without explicit authorization.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Dynamic Access Audit: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Every query and state change is immutably logged with actor IP and institutional ID.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Access Control &amp; RBAC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Database-Driven Governance Without Hardcoded Rules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75488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Responsibilities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Scope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University 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1 verification of institutional activities, academic policy oversight.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Workflow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office_registrar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 of Registrar (PA)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3 final executive sign-off, scheduling public releases.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Final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media_editor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 Desk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2 photo cropping, AI caption generation, social formatting.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Media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college_admin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Campus-level administration, overseeing all submissions from assigned college.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Drafting activity reports, uploading photo evidence, replying to queries.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STANDARDISATION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Studio Desk &amp; AI Content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Interactive Media Studio Desk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Visual Aspect-Ratio Cropping: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Built-in cropping tools standardizing photos for social media: 1:1 (Square), 16:9 (Landscape), 4:3 (Standard), and 9:16 (Story/Reel).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Automated Institutional Branding: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stamps official VMRFDU logos and NAAC/NIRF accreditation badges onto approved media.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Mandatory Image Validation: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System enforces mandatory image uploads before submissions can be forwarded to the Registrar.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Google Gemini AI Copywriter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Automated Press Releases: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Transforms raw event summaries into polished, professional institutional press releases in seconds.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Social Media Captions: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Generates tailored captions optimized for Facebook, LinkedIn, X (Twitter), and Instagram audiences.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Smart Hashtag Extraction: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extracts trending academic, research, and campus hashtags to maximize reach.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Modern MVC Architecture with Layered Security &amp; Service Decoupling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7315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Web Browser / Mobile UI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Bootstrap 5 • Vanilla CSS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ES6+ AJAX • localStorage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65176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Routing &amp; Auth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Laravel 11 HTTP Routing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CSRF Protection Middleware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RBAC &amp; Role Check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011680"/>
            <a:ext cx="265176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ActivityService • AIService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Media Processing (GD/Image)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Query Scoping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011680"/>
            <a:ext cx="2651760" cy="7315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&amp; External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MySQL 8.0 Enterprise DB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Local/Cloud Media Storage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Google Gemini AI &amp; Graph API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E-R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email, password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(VARCHAR)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 -&gt; colleges)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custom_permissions (JSON)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is_active, timestamps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code (UNIQUE)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campus_location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logo_path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event_category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activity_date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(FK), user_id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description, status (INDEX)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ai_caption, ai_hashtags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media_attachments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file_path, file_type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file_size, dimensions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is_featured (BOOLEAN)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 id, name, slug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id, name, module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permission_role (Pivot Table)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RBAC linkage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(FK), action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target_type, target_id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ip_address, user_agent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 (JSON), timestamps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Dashboards &amp;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Real-Time Institutional Intelligence &amp; Accreditation Reporting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SUBMISSIONS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2F"/>
                </a:solidFill>
              </a:rPr>
              <a:t>1,248+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PENDING APPROVALS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18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MEDIA DESK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42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PUBLISHED POSTS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</a:rPr>
              <a:t>1,180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15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Comprehensive Analytics &amp; Export Capabilities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0607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Campus Comparison Charts: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Visual bar charts and pie graphs comparing activity frequency across all 28 constituent colleges.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Status Breakdown Tracking: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Real-time monitoring of items in Stage 1 Verification, Stage 2 Media Review, and Stage 3 Registrar Authorization.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One-Click NAAC / NIRF Export: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Export structured activity logs, participant statistics, and verified photo links in Excel and PDF formats formatted specifically for annual university accreditation filings.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AESTHETICS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&amp; Visual Design Excellence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Clean Enterprise Aesthetics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Adopts a clean, minimal, and professional design system with curated harmonious color palettes (Deep Navy, Royal Blue, Accent Gold) suitable for a premier university.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Standardized Typography &amp; Spacing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Utilizes modern typography (Inter/Roboto) with proper weights and line spacing. Dashboard cards feature balanced padding and subtle shadows without bulkiness.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Collapsible Sidebar Navigation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Features a responsive sidebar with toggle collapse/expand functionality. The user's preferred layout state is saved in localStorage across browser sessions.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Responsive Glassmorphism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Incorporates subtle glassmorphism effects, smooth transitions, and interactive micro-animations that make the portal feel responsive and alive.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Backend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Laravel 11 (PHP 8.2+)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Enterprise MVC architecture, Eloquent ORM, robust routing, and middleware pipelines.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Database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MySQL 8.0 Enterprise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Relational database with JSON column support, compound indexing, and ACID compliance.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Frontend 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Vanilla CSS &amp; Bootstrap 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Responsive layout grid, clean utility classes, and zero-bloat styling.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AI &amp; Media 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Google Gemini AI &amp; GD Lib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AI copywriting REST API and server-side image cropping/watermarking.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CSRF &amp; XSS Protection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state-changing requests are protected by Laravel CSRF tokens. Blade templates automatically HTML-encode outputs to prevent Cross-Site Scripting.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SQL Injection Prevention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database queries utilize PDO parameter binding and Eloquent ORM, eliminating SQL injection vulnerabilities across all modules.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Strict RBAC Middleware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Route groups are safeguarded by custom role and permission middleware that intercepts unauthorized requests and returns HTTP 403 Forbidden.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Immutable Audit Logging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Every login attempt, submission creation, status change, and permission modification is immutably recorded with actor ID, IP address, and timestamp.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80%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FASTER TURNAROUND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Reduces activity approval time from weeks to hours through automated routing.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BRAND CONSISTENCY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Ensures every published image has proper aspect ratios and official VMRFDU watermarks.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47857"/>
                </a:solidFill>
              </a:rPr>
              <a:t>ZERO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DATA LEAKAGE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college scoping guarantees complete data privacy across all 28 campuses.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FUTURE ROADMAP &amp;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Transforming University Operations for the Digital Era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Upcoming Mobile Application (iOS &amp; Android):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Enabling campus faculty and DEOs to capture and upload event photos directly from their smartphones.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Automated AI Video Reel Rendering: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Expanding the Media Studio to automatically compile event photos into short video reels for Instagram and YouTube.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Direct NAAC / NIRF API Synchronization: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Connecting portal archives directly with national accreditation government portals for automated annual submission.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Thank You! Questions &amp; Live Demonstration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2026-07-27T12:03:54Z</dcterms:created>
  <dcterms:modified xsi:type="dcterms:W3CDTF">2026-07-27T12:03:54Z</dcterms:modified>
</cp:coreProperties>
</file>